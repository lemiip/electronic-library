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51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2344" y="0"/>
            <a:ext cx="12191695" cy="6858000"/>
          </a:xfrm>
          <a:prstGeom prst="rect">
            <a:avLst/>
          </a:prstGeom>
          <a:solidFill>
            <a:srgbClr val="1D3557">
              <a:alpha val="84000"/>
            </a:srgbClr>
          </a:solidFill>
          <a:ln w="12700">
            <a:solidFill>
              <a:srgbClr val="1D3557">
                <a:alpha val="0"/>
              </a:srgbClr>
            </a:solidFill>
            <a:prstDash val="solid"/>
          </a:ln>
        </p:spPr>
      </p:sp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895546"/>
            <a:ext cx="5742432" cy="401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D7EA"/>
                </a:solidFill>
              </a:rPr>
              <a:t>КУРСОВАЯ РАБОТА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4173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Разработка онлайн-справочной системы для электронной библиотеки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6EEF6"/>
                </a:solidFill>
              </a:rPr>
              <a:t>E-Library - многостраничный сайт с каталогом книг, поиском, избранным и формой обратной связи.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Выполнила: Пириева Ляман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Группа: 680.23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6"/>
                </a:solidFill>
              </a:rPr>
              <a:t>Проверили: Халилов Матлаб, Алиев Джамиль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ЗАДАЧИ ПРОЕКТА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Что должна выполнять онлайн-справочная система</a:t>
            </a:r>
            <a:endParaRPr lang="en-US" sz="10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20" y="1325880"/>
            <a:ext cx="47548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3258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557"/>
                </a:solidFill>
              </a:rPr>
              <a:t>Цель проекта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4348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создать сайт электронной библиотеки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показать каталог книг в удобном виде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реализовать поиск по названию книги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добавить раздел избранного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сделать форму обратной связи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Проект выполнен на HTML, CSS и JavaScript без серверной части.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САЙТА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Сайт состоит из четырёх основных страниц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2" y="1536193"/>
            <a:ext cx="2093976" cy="1874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Главная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952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Описание системы и переход в каталог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24" y="1536192"/>
            <a:ext cx="2093976" cy="1874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1024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Каталог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621024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Карточки книг и поиск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18504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4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096" y="1536192"/>
            <a:ext cx="2093976" cy="1874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83096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Избранное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483096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Сохранённые пользователем книги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180576" y="132588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8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1536192"/>
            <a:ext cx="2093976" cy="18745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45168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</a:rPr>
              <a:t>Контакты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345168" y="43708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Форма обратной связи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ИСПОЛЬЗОВАННЫЕ ТЕХНОЛОГИИ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Роль HTML, CSS и JavaScript в проекте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3946"/>
                </a:solidFill>
              </a:rPr>
              <a:t>HTML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14600" y="15636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Создаёт структуру страниц: меню, заголовки, карточки книг, формы.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57B9D"/>
                </a:solidFill>
              </a:rPr>
              <a:t>CSS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14600" y="298094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Отвечает за оформление: цвета, сетку, карточки, адаптивность.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5074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389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</a:rPr>
              <a:t>JavaScript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14600" y="43982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Реализует поиск, избранное, localStorage и проверку формы.</a:t>
            </a:r>
            <a:endParaRPr lang="en-US" sz="1350" dirty="0"/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253765"/>
            <a:ext cx="5212080" cy="391259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ФУНКЦИИ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Что пользователь может делать на сайте</a:t>
            </a:r>
            <a:endParaRPr lang="en-US" sz="1050" dirty="0"/>
          </a:p>
        </p:txBody>
      </p:sp>
      <p:pic>
        <p:nvPicPr>
          <p:cNvPr id="5" name="Image 0" descr="/mnt/data/electronic_library_final_site/download.jpg"/>
          <p:cNvPicPr>
            <a:picLocks noChangeAspect="1"/>
          </p:cNvPicPr>
          <p:nvPr/>
        </p:nvPicPr>
        <p:blipFill>
          <a:blip r:embed="rId3"/>
          <a:srcRect t="10222" b="10222"/>
          <a:stretch/>
        </p:blipFill>
        <p:spPr>
          <a:xfrm>
            <a:off x="777240" y="1234440"/>
            <a:ext cx="1691640" cy="2194560"/>
          </a:xfrm>
          <a:prstGeom prst="rect">
            <a:avLst/>
          </a:prstGeom>
        </p:spPr>
      </p:pic>
      <p:pic>
        <p:nvPicPr>
          <p:cNvPr id="6" name="Image 1" descr="/mnt/data/electronic_library_final_site/download (1).jpg"/>
          <p:cNvPicPr>
            <a:picLocks noChangeAspect="1"/>
          </p:cNvPicPr>
          <p:nvPr/>
        </p:nvPicPr>
        <p:blipFill>
          <a:blip r:embed="rId4"/>
          <a:srcRect t="6835" b="6835"/>
          <a:stretch/>
        </p:blipFill>
        <p:spPr>
          <a:xfrm>
            <a:off x="2697480" y="1234440"/>
            <a:ext cx="1691640" cy="2194560"/>
          </a:xfrm>
          <a:prstGeom prst="rect">
            <a:avLst/>
          </a:prstGeom>
        </p:spPr>
      </p:pic>
      <p:pic>
        <p:nvPicPr>
          <p:cNvPr id="7" name="Image 2" descr="/mnt/data/electronic_library_final_site/download (7).jpg"/>
          <p:cNvPicPr>
            <a:picLocks noChangeAspect="1"/>
          </p:cNvPicPr>
          <p:nvPr/>
        </p:nvPicPr>
        <p:blipFill>
          <a:blip r:embed="rId5"/>
          <a:srcRect t="1414" b="1414"/>
          <a:stretch/>
        </p:blipFill>
        <p:spPr>
          <a:xfrm>
            <a:off x="4617720" y="1234440"/>
            <a:ext cx="1691640" cy="21945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720840" y="1234440"/>
            <a:ext cx="44805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086600" y="1645920"/>
            <a:ext cx="36118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просмотр каталога книг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поиск по названию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добавление книги в избранное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сохранение избранного через localStorage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очистка списка сохранённых книг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отправка сообщения через форму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720840" y="5353953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Функции реализованы средствами JavaScript и работают без перезагрузки страницы.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" y="3563744"/>
            <a:ext cx="5806440" cy="2748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 И ВЫВОД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Итог выполненной курсовой работы</a:t>
            </a:r>
            <a:endParaRPr lang="en-US" sz="10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16058"/>
            <a:ext cx="5486400" cy="39875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325880"/>
            <a:ext cx="49834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</a:rPr>
              <a:t>Итог: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37960" y="2148840"/>
            <a:ext cx="4023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создан многостраничный сайт электронной библиотеки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добавлены каталог, поиск, избранное и контакты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интерфейс выполнен в спокойном стиле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проект можно расширить базой данных и личным кабинетом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796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Вывод: сайт демонстрирует основные навыки фронтенд-разработки и подходит под тему онлайн-справочной системы.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Пириева Ляман • 680.23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279</Words>
  <Application>Microsoft Office PowerPoint</Application>
  <PresentationFormat>Широкоэкранный</PresentationFormat>
  <Paragraphs>66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ASOIU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Электронная библиотека</dc:title>
  <dc:subject>Курсовая работа</dc:subject>
  <dc:creator>OpenAI</dc:creator>
  <cp:lastModifiedBy>user</cp:lastModifiedBy>
  <cp:revision>6</cp:revision>
  <dcterms:created xsi:type="dcterms:W3CDTF">2026-05-10T14:11:55Z</dcterms:created>
  <dcterms:modified xsi:type="dcterms:W3CDTF">2026-05-12T04:55:00Z</dcterms:modified>
</cp:coreProperties>
</file>